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Mobile Phone Price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Machine Learning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predicts the price range of mobile phones using Machine Learning.</a:t>
            </a:r>
          </a:p>
          <a:p>
            <a:pPr/>
            <a:r>
              <a:t>Uses Python, Pandas, NumPy, and Scikit‑learn.</a:t>
            </a:r>
          </a:p>
          <a:p>
            <a:pPr/>
            <a:r>
              <a:t>Includes data preprocessing, visualization, model training, and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Mobile phones have many hardware features affecting price.</a:t>
            </a:r>
          </a:p>
          <a:p>
            <a:pPr/>
            <a:r>
              <a:t>Goal: Build a model that predicts the price category based on these features.</a:t>
            </a:r>
          </a:p>
          <a:p>
            <a:pPr/>
            <a:r>
              <a:t>Helps companies understand feature–price relationships.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contains different mobile hardware features.</a:t>
            </a:r>
          </a:p>
          <a:p>
            <a:pPr/>
            <a:r>
              <a:t>Examples: RAM, battery power, screen size, camera, etc.</a:t>
            </a:r>
          </a:p>
          <a:p>
            <a:pPr/>
            <a:r>
              <a:t>Target variable represents the price category.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Checked dataset for missing values.</a:t>
            </a:r>
          </a:p>
          <a:p>
            <a:pPr/>
            <a:r>
              <a:t>Encoded categorical variables if needed.</a:t>
            </a:r>
          </a:p>
          <a:p>
            <a:pPr/>
            <a:r>
              <a:t>Scaled or normalized numerical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feature distributions.</a:t>
            </a:r>
          </a:p>
          <a:p>
            <a:pPr/>
            <a:r>
              <a:t>Used correlation matrix to understand relationships.</a:t>
            </a:r>
          </a:p>
          <a:p>
            <a:pPr/>
            <a:r>
              <a:t>Identified important features influencing price.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Split dataset into training and testing sets.</a:t>
            </a:r>
          </a:p>
          <a:p>
            <a:pPr/>
            <a:r>
              <a:t>Trained machine learning models.</a:t>
            </a:r>
          </a:p>
          <a:p>
            <a:pPr/>
            <a:r>
              <a:t>Example models: Linear Regression, Random Forest, KNN.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evaluation metrics to check model performance.</a:t>
            </a:r>
          </a:p>
          <a:p>
            <a:pPr/>
            <a:r>
              <a:t>Accuracy, Precision, Recall, and F1-score.</a:t>
            </a:r>
          </a:p>
          <a:p>
            <a:pPr/>
            <a:r>
              <a:t>Compared different models to choose the best 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generally performs better on structured datasets.</a:t>
            </a:r>
          </a:p>
          <a:p>
            <a:pPr/>
            <a:r>
              <a:t>Model successfully predicts mobile price range.</a:t>
            </a:r>
          </a:p>
          <a:p>
            <a:pPr/>
            <a:r>
              <a:t>Performance depends on feature quality and dataset size.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can effectively predict mobile phone price categories.</a:t>
            </a:r>
          </a:p>
          <a:p>
            <a:pPr/>
            <a:r>
              <a:t>Feature engineering and proper preprocessing improve performance.</a:t>
            </a:r>
          </a:p>
          <a:p>
            <a:pPr/>
            <a:r>
              <a:t>Model can help in product pricing and market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larger and more diverse datasets.</a:t>
            </a:r>
          </a:p>
          <a:p>
            <a:pPr/>
            <a:r>
              <a:t>Apply advanced algorithms like XGBoost or Neural Networks.</a:t>
            </a:r>
          </a:p>
          <a:p>
            <a:pPr/>
            <a:r>
              <a:t>Deploy the model as a web or mobile application.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